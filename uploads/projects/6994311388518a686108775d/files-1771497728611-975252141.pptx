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92" r:id="rId1"/>
    <p:sldMasterId id="2147485829" r:id="rId2"/>
    <p:sldMasterId id="2147485843" r:id="rId3"/>
    <p:sldMasterId id="2147485959" r:id="rId4"/>
    <p:sldMasterId id="2147486088" r:id="rId5"/>
  </p:sldMasterIdLst>
  <p:notesMasterIdLst>
    <p:notesMasterId r:id="rId20"/>
  </p:notesMasterIdLst>
  <p:handoutMasterIdLst>
    <p:handoutMasterId r:id="rId21"/>
  </p:handoutMasterIdLst>
  <p:sldIdLst>
    <p:sldId id="370" r:id="rId6"/>
    <p:sldId id="322" r:id="rId7"/>
    <p:sldId id="324" r:id="rId8"/>
    <p:sldId id="344" r:id="rId9"/>
    <p:sldId id="323" r:id="rId10"/>
    <p:sldId id="346" r:id="rId11"/>
    <p:sldId id="363" r:id="rId12"/>
    <p:sldId id="325" r:id="rId13"/>
    <p:sldId id="364" r:id="rId14"/>
    <p:sldId id="355" r:id="rId15"/>
    <p:sldId id="347" r:id="rId16"/>
    <p:sldId id="356" r:id="rId17"/>
    <p:sldId id="351" r:id="rId18"/>
    <p:sldId id="371" r:id="rId1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39A6"/>
    <a:srgbClr val="006600"/>
    <a:srgbClr val="028432"/>
    <a:srgbClr val="E7E7D8"/>
    <a:srgbClr val="0536C6"/>
    <a:srgbClr val="923739"/>
    <a:srgbClr val="FF3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0" autoAdjust="0"/>
    <p:restoredTop sz="77728" autoAdjust="0"/>
  </p:normalViewPr>
  <p:slideViewPr>
    <p:cSldViewPr>
      <p:cViewPr varScale="1">
        <p:scale>
          <a:sx n="126" d="100"/>
          <a:sy n="126" d="100"/>
        </p:scale>
        <p:origin x="13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20" d="100"/>
          <a:sy n="120" d="100"/>
        </p:scale>
        <p:origin x="-1542" y="7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9.xml"/><Relationship Id="rId1" Type="http://schemas.openxmlformats.org/officeDocument/2006/relationships/slide" Target="slides/slide8.xml"/><Relationship Id="rId6" Type="http://schemas.openxmlformats.org/officeDocument/2006/relationships/slide" Target="slides/slide13.xml"/><Relationship Id="rId5" Type="http://schemas.openxmlformats.org/officeDocument/2006/relationships/slide" Target="slides/slide12.xml"/><Relationship Id="rId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399AABF-9665-440D-90EB-75FD43261E79}" type="datetimeFigureOut">
              <a:rPr lang="en-US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D26005-350B-4663-8083-A0ECEF69C9D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0553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4A6A58F-D608-4BEA-9705-1B2C4FF196D8}" type="datetimeFigureOut">
              <a:rPr lang="en-US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C3C041-5338-46DC-B5C2-45D7FFBDD6E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2976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72EDED-AAB0-413F-9A10-EE6D060E324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charset="0"/>
                <a:cs typeface="Arial" charset="0"/>
              </a:rPr>
              <a:t>SAY:</a:t>
            </a:r>
            <a:br>
              <a:rPr lang="en-US" altLang="en-US" b="1" dirty="0">
                <a:latin typeface="Arial" charset="0"/>
                <a:cs typeface="Arial" charset="0"/>
              </a:rPr>
            </a:br>
            <a:br>
              <a:rPr lang="en-US" altLang="en-US" b="1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charset="0"/>
                <a:cs typeface="Arial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&lt;</a:t>
            </a:r>
            <a:r>
              <a:rPr lang="en-US" altLang="en-US" b="1" dirty="0">
                <a:latin typeface="Arial" charset="0"/>
                <a:cs typeface="Arial" charset="0"/>
              </a:rPr>
              <a:t>READ</a:t>
            </a:r>
            <a:r>
              <a:rPr lang="en-US" altLang="en-US" dirty="0">
                <a:latin typeface="Arial" charset="0"/>
                <a:cs typeface="Arial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charset="0"/>
                <a:cs typeface="Arial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to next slide.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708" indent="-17470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itchFamily="34" charset="0"/>
                <a:cs typeface="Arial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to next slide.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12/8/2024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81928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73952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72784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64808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15945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itchFamily="2" charset="2"/>
              <a:buChar char="§"/>
              <a:defRPr sz="2000" i="0" u="none">
                <a:solidFill>
                  <a:schemeClr val="bg2"/>
                </a:solidFill>
                <a:latin typeface="+mn-lt"/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 i="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itchFamily="49" charset="0"/>
              <a:buChar char="o"/>
              <a:defRPr sz="1800" i="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itchFamily="34" charset="0"/>
              <a:buChar char="•"/>
              <a:defRPr sz="1800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62175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Slide (For content heavy tables and 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itchFamily="49" charset="0"/>
              <a:buChar char="o"/>
              <a:defRPr sz="180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946513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68867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itchFamily="49" charset="0"/>
              <a:buChar char="o"/>
              <a:defRPr sz="180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905000" y="5791200"/>
            <a:ext cx="67818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00926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3800"/>
              </a:lnSpc>
              <a:defRPr sz="3600" b="1" cap="all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22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113636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518150"/>
          </a:xfrm>
          <a:prstGeom prst="rect">
            <a:avLst/>
          </a:prstGeom>
        </p:spPr>
        <p:txBody>
          <a:bodyPr anchor="ctr" anchorCtr="0"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q"/>
              <a:defRPr sz="2400" b="1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itchFamily="49" charset="0"/>
              <a:buChar char="o"/>
              <a:defRPr sz="180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3560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295563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ln w="2540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439949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2057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81928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73952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45253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5"/>
          <p:cNvSpPr>
            <a:spLocks noChangeShapeType="1"/>
          </p:cNvSpPr>
          <p:nvPr/>
        </p:nvSpPr>
        <p:spPr bwMode="gray">
          <a:xfrm>
            <a:off x="392113" y="806450"/>
            <a:ext cx="83550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6000"/>
              </a:lnSpc>
              <a:spcBef>
                <a:spcPct val="50000"/>
              </a:spcBef>
              <a:buSzPct val="100000"/>
              <a:buFont typeface="Wingdings 2" pitchFamily="18" charset="2"/>
              <a:buNone/>
              <a:defRPr/>
            </a:pPr>
            <a:endParaRPr lang="en-US" sz="11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8" y="514359"/>
            <a:ext cx="8345487" cy="258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93192" y="1152144"/>
            <a:ext cx="4014216" cy="5138928"/>
          </a:xfrm>
          <a:prstGeom prst="rect">
            <a:avLst/>
          </a:prstGeom>
        </p:spPr>
        <p:txBody>
          <a:bodyPr/>
          <a:lstStyle>
            <a:lvl1pPr>
              <a:buFont typeface="Arial" pitchFamily="34" charset="0"/>
              <a:buNone/>
              <a:defRPr/>
            </a:lvl1pPr>
            <a:lvl2pPr>
              <a:defRPr/>
            </a:lvl2pPr>
            <a:lvl3pPr>
              <a:buNone/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27206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SzPct val="70000"/>
              <a:buFont typeface="Wingdings" pitchFamily="2" charset="2"/>
              <a:buChar char="q"/>
              <a:defRPr sz="2400" b="1">
                <a:solidFill>
                  <a:srgbClr val="000000"/>
                </a:solidFill>
              </a:defRPr>
            </a:lvl1pPr>
            <a:lvl2pPr marL="742950" indent="-285750">
              <a:defRPr lang="en-US" sz="20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itchFamily="18" charset="0"/>
              </a:defRPr>
            </a:lvl1pPr>
          </a:lstStyle>
          <a:p>
            <a:pPr>
              <a:defRPr/>
            </a:pPr>
            <a:fld id="{9EDE2762-D309-4A1B-90D4-EE2DB97D960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338631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itchFamily="18" charset="0"/>
              </a:defRPr>
            </a:lvl1pPr>
          </a:lstStyle>
          <a:p>
            <a:pPr>
              <a:defRPr/>
            </a:pPr>
            <a:fld id="{A6995B87-722D-46BC-9CC9-1ED5024E22B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413870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itchFamily="18" charset="0"/>
              </a:defRPr>
            </a:lvl1pPr>
          </a:lstStyle>
          <a:p>
            <a:pPr>
              <a:defRPr/>
            </a:pPr>
            <a:fld id="{2CBE984D-2DD5-4668-BAF8-1C9AC1A13DB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415176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itchFamily="18" charset="0"/>
              </a:defRPr>
            </a:lvl1pPr>
          </a:lstStyle>
          <a:p>
            <a:pPr>
              <a:defRPr/>
            </a:pPr>
            <a:fld id="{486D207D-9E64-417F-AA84-D9CB1A523B5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73516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itchFamily="18" charset="0"/>
              </a:defRPr>
            </a:lvl1pPr>
          </a:lstStyle>
          <a:p>
            <a:pPr>
              <a:defRPr/>
            </a:pPr>
            <a:fld id="{C346C8A6-4EAA-425C-AD65-FB7185D1384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109513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72784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64808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30817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2286000"/>
            <a:ext cx="3962400" cy="3840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2286000"/>
            <a:ext cx="3962400" cy="3840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F2DA97D-831A-48CD-A7A1-23EF5E79058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807112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55600" y="1295400"/>
            <a:ext cx="8407400" cy="4724400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779532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83329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12D45AF-7B27-461D-8F9E-ECB43847A1EE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7736353-9378-4982-9402-0AF2F1B216E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2773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87909EC-F7EE-45C8-A7CD-634A095989AD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50AD3ED-6F7F-452F-BCFB-6676934D57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5413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25DF207-C5C2-45B1-97A5-ECB1C5ABD953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B71E9DA-E80A-48AB-A09B-BDE59DB3A2B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5942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2154FB3-E2CD-4E92-823B-4A2BB61FA6B3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F8523A4-90B7-45FC-9FCF-4E076E7F1DB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85231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7D3F16E-4B97-4909-98D2-025BA5FFAEBE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01EC4D1-1DCD-4FA5-BFA3-793664CF844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3384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8CCF58E-6F33-49B9-B5D7-C3BF014A4DA4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FDEA3-971A-4A02-855D-7AD05D64FE7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6507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DA025E1-216E-4DFE-84BA-C08DC9F0569A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0FB283F-61C8-48B9-8E9D-93955E60FC7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4798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4DBBCE8-3780-4481-AF27-61BD67877911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0C91A3A-5883-4CE5-B7F5-7CA602EDE11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1175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771B6C3-FE1D-44F5-B38B-E27ADB3C1C84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D4403C4-ED66-44F0-96DF-D6B0B2FAEB3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64700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75AC2EE-C2F1-480C-956A-10BF6D73F939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0D7998E-B1C9-45C9-97F9-509677D8324A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30030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8D1B0E-1CA7-49BF-805A-6AD8DBA2A8DD}" type="datetime1">
              <a:rPr lang="en-US" smtClean="0"/>
              <a:pPr>
                <a:defRPr/>
              </a:pPr>
              <a:t>12/8/2024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925D46F-F8EB-421F-8E6A-9EF2EF27038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0022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0022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CA" noProof="0"/>
          </a:p>
        </p:txBody>
      </p:sp>
      <p:grpSp>
        <p:nvGrpSpPr>
          <p:cNvPr id="7173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7174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6" name="Rectangle 8"/>
          <p:cNvSpPr>
            <a:spLocks noGrp="1" noChangeArrowheads="1"/>
          </p:cNvSpPr>
          <p:nvPr>
            <p:ph type="dt" sz="quarter" idx="2"/>
          </p:nvPr>
        </p:nvSpPr>
        <p:spPr>
          <a:xfrm>
            <a:off x="2667000" y="65532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5195888" y="6553200"/>
            <a:ext cx="3279775" cy="304800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525" y="6359525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CA" noProof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8722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155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11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712588-04B1-427B-82EE-E8DB90309F08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16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35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548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139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A54C80-263E-416B-A8E0-580EDEADCBDC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989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063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C6B4A9-1611-4792-9094-5F34BCA07E0B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071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4835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4932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8001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2362200"/>
            <a:ext cx="8001000" cy="3733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65532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553200"/>
            <a:ext cx="38862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© 2005 Pearson Education Canada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8" y="63436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6E9BF9B9-7CCF-42B6-83D3-F07AC6EEF86A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616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91484" y="3214744"/>
            <a:ext cx="3583742" cy="3809651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99423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4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7558825" cy="3225600"/>
          </a:xfrm>
        </p:spPr>
        <p:txBody>
          <a:bodyPr/>
          <a:lstStyle>
            <a:lvl1pPr marL="165600" indent="-1656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rgbClr val="006072"/>
                </a:solidFill>
              </a:defRPr>
            </a:lvl1pPr>
            <a:lvl2pPr marL="439200" indent="-179388">
              <a:defRPr>
                <a:solidFill>
                  <a:srgbClr val="00607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26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7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5794825" cy="3225600"/>
          </a:xfrm>
        </p:spPr>
        <p:txBody>
          <a:bodyPr/>
          <a:lstStyle>
            <a:lvl1pPr marL="165100" indent="-1651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 rot="21308237">
            <a:off x="6781574" y="3450987"/>
            <a:ext cx="1663200" cy="1191600"/>
          </a:xfrm>
          <a:scene3d>
            <a:camera prst="orthographicFront">
              <a:rot lat="0" lon="21300000" rev="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3534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91484" y="3214744"/>
            <a:ext cx="3583742" cy="3809651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99423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3"/>
          </p:nvPr>
        </p:nvSpPr>
        <p:spPr>
          <a:xfrm rot="21294977">
            <a:off x="3357090" y="5041858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Picture Placeholder 7"/>
          <p:cNvSpPr>
            <a:spLocks noGrp="1" noChangeAspect="1"/>
          </p:cNvSpPr>
          <p:nvPr>
            <p:ph type="pic" sz="quarter" idx="14"/>
          </p:nvPr>
        </p:nvSpPr>
        <p:spPr>
          <a:xfrm rot="21294977">
            <a:off x="5058890" y="4889458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Picture Placeholder 7"/>
          <p:cNvSpPr>
            <a:spLocks noGrp="1" noChangeAspect="1"/>
          </p:cNvSpPr>
          <p:nvPr>
            <p:ph type="pic" sz="quarter" idx="15"/>
          </p:nvPr>
        </p:nvSpPr>
        <p:spPr>
          <a:xfrm rot="21294977">
            <a:off x="6786090" y="4737057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" name="Picture Placeholder 7"/>
          <p:cNvSpPr>
            <a:spLocks noGrp="1" noChangeAspect="1"/>
          </p:cNvSpPr>
          <p:nvPr>
            <p:ph type="pic" sz="quarter" idx="16"/>
          </p:nvPr>
        </p:nvSpPr>
        <p:spPr>
          <a:xfrm rot="21294977">
            <a:off x="6896156" y="5990123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Picture Placeholder 7"/>
          <p:cNvSpPr>
            <a:spLocks noGrp="1" noChangeAspect="1"/>
          </p:cNvSpPr>
          <p:nvPr>
            <p:ph type="pic" sz="quarter" idx="17"/>
          </p:nvPr>
        </p:nvSpPr>
        <p:spPr>
          <a:xfrm rot="21294977">
            <a:off x="5168955" y="6134056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4" name="Picture Placeholder 7"/>
          <p:cNvSpPr>
            <a:spLocks noGrp="1" noChangeAspect="1"/>
          </p:cNvSpPr>
          <p:nvPr>
            <p:ph type="pic" sz="quarter" idx="18"/>
          </p:nvPr>
        </p:nvSpPr>
        <p:spPr>
          <a:xfrm rot="21294977">
            <a:off x="3458689" y="6286744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347351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5895625" cy="3225600"/>
          </a:xfrm>
        </p:spPr>
        <p:txBody>
          <a:bodyPr/>
          <a:lstStyle>
            <a:lvl1pPr marL="0" indent="0">
              <a:spcBef>
                <a:spcPts val="1417"/>
              </a:spcBef>
              <a:buNone/>
              <a:defRPr/>
            </a:lvl1pPr>
            <a:lvl2pPr marL="179388" indent="-179388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 rot="21308237">
            <a:off x="6781574" y="3322378"/>
            <a:ext cx="1663200" cy="1191600"/>
          </a:xfrm>
          <a:scene3d>
            <a:camera prst="orthographicFront">
              <a:rot lat="0" lon="21300000" rev="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7578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5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7558825" cy="3225600"/>
          </a:xfrm>
        </p:spPr>
        <p:txBody>
          <a:bodyPr/>
          <a:lstStyle>
            <a:lvl1pPr marL="165100" indent="-1651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81034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6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6" y="930320"/>
            <a:ext cx="3606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6" y="2008188"/>
            <a:ext cx="3606800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3600000" cy="3225600"/>
          </a:xfrm>
        </p:spPr>
        <p:txBody>
          <a:bodyPr/>
          <a:lstStyle>
            <a:lvl1pPr marL="0" indent="0">
              <a:spcBef>
                <a:spcPts val="1417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33873" y="1904937"/>
            <a:ext cx="3583742" cy="2581689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icture Placeholder 7"/>
          <p:cNvSpPr>
            <a:spLocks noGrp="1" noChangeAspect="1"/>
          </p:cNvSpPr>
          <p:nvPr>
            <p:ph type="pic" sz="quarter" idx="15"/>
          </p:nvPr>
        </p:nvSpPr>
        <p:spPr>
          <a:xfrm rot="21294977">
            <a:off x="7023248" y="4452922"/>
            <a:ext cx="1768155" cy="1247767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Picture Placeholder 7"/>
          <p:cNvSpPr>
            <a:spLocks noGrp="1" noChangeAspect="1"/>
          </p:cNvSpPr>
          <p:nvPr>
            <p:ph type="pic" sz="quarter" idx="16"/>
          </p:nvPr>
        </p:nvSpPr>
        <p:spPr>
          <a:xfrm rot="21294977">
            <a:off x="6680348" y="522272"/>
            <a:ext cx="1768155" cy="1247767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667671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293899">
            <a:off x="5500382" y="3831140"/>
            <a:ext cx="2994940" cy="2273983"/>
          </a:xfrm>
          <a:noFill/>
        </p:spPr>
        <p:txBody>
          <a:bodyPr tIns="1188000"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416221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0"/>
          </p:nvPr>
        </p:nvSpPr>
        <p:spPr>
          <a:xfrm>
            <a:off x="663575" y="2232025"/>
            <a:ext cx="5924550" cy="4233863"/>
          </a:xfrm>
        </p:spPr>
        <p:txBody>
          <a:bodyPr tIns="612000"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28890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CA" noProof="0"/>
          </a:p>
        </p:txBody>
      </p:sp>
      <p:grpSp>
        <p:nvGrpSpPr>
          <p:cNvPr id="7173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7174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6" name="Rectangle 8"/>
          <p:cNvSpPr>
            <a:spLocks noGrp="1" noChangeArrowheads="1"/>
          </p:cNvSpPr>
          <p:nvPr>
            <p:ph type="dt" sz="quarter" idx="2"/>
          </p:nvPr>
        </p:nvSpPr>
        <p:spPr>
          <a:xfrm>
            <a:off x="2667000" y="65532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5195888" y="6553200"/>
            <a:ext cx="3279775" cy="304800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525" y="6359525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CA" noProof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8722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155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11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712588-04B1-427B-82EE-E8DB90309F08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16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353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548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139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A54C80-263E-416B-A8E0-580EDEADCBDC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989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063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C6B4A9-1611-4792-9094-5F34BCA07E0B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071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4835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49321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8001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2362200"/>
            <a:ext cx="8001000" cy="3733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10400" y="65532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553200"/>
            <a:ext cx="38862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© 2005 Pearson Education Canada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8" y="63436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6E9BF9B9-7CCF-42B6-83D3-F07AC6EEF86A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6167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91484" y="3214744"/>
            <a:ext cx="3583742" cy="3809651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99423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4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7558825" cy="3225600"/>
          </a:xfrm>
        </p:spPr>
        <p:txBody>
          <a:bodyPr/>
          <a:lstStyle>
            <a:lvl1pPr marL="165600" indent="-1656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rgbClr val="006072"/>
                </a:solidFill>
              </a:defRPr>
            </a:lvl1pPr>
            <a:lvl2pPr marL="439200" indent="-179388">
              <a:defRPr>
                <a:solidFill>
                  <a:srgbClr val="00607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2674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7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5794825" cy="3225600"/>
          </a:xfrm>
        </p:spPr>
        <p:txBody>
          <a:bodyPr/>
          <a:lstStyle>
            <a:lvl1pPr marL="165100" indent="-1651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 rot="21308237">
            <a:off x="6781574" y="3450987"/>
            <a:ext cx="1663200" cy="1191600"/>
          </a:xfrm>
          <a:scene3d>
            <a:camera prst="orthographicFront">
              <a:rot lat="0" lon="21300000" rev="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35345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91484" y="3214744"/>
            <a:ext cx="3583742" cy="3809651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599423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6125"/>
            <a:ext cx="15843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00" y="900001"/>
            <a:ext cx="5664600" cy="2110050"/>
          </a:xfrm>
        </p:spPr>
        <p:txBody>
          <a:bodyPr/>
          <a:lstStyle>
            <a:lvl1pPr algn="l">
              <a:lnSpc>
                <a:spcPts val="7700"/>
              </a:lnSpc>
              <a:defRPr sz="7400" spc="-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200" y="2993400"/>
            <a:ext cx="4201200" cy="1752600"/>
          </a:xfrm>
        </p:spPr>
        <p:txBody>
          <a:bodyPr/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spc="-6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 noChangeAspect="1"/>
          </p:cNvSpPr>
          <p:nvPr>
            <p:ph type="pic" sz="quarter" idx="13"/>
          </p:nvPr>
        </p:nvSpPr>
        <p:spPr>
          <a:xfrm rot="21294977">
            <a:off x="3357090" y="5041858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Picture Placeholder 7"/>
          <p:cNvSpPr>
            <a:spLocks noGrp="1" noChangeAspect="1"/>
          </p:cNvSpPr>
          <p:nvPr>
            <p:ph type="pic" sz="quarter" idx="14"/>
          </p:nvPr>
        </p:nvSpPr>
        <p:spPr>
          <a:xfrm rot="21294977">
            <a:off x="5058890" y="4889458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Picture Placeholder 7"/>
          <p:cNvSpPr>
            <a:spLocks noGrp="1" noChangeAspect="1"/>
          </p:cNvSpPr>
          <p:nvPr>
            <p:ph type="pic" sz="quarter" idx="15"/>
          </p:nvPr>
        </p:nvSpPr>
        <p:spPr>
          <a:xfrm rot="21294977">
            <a:off x="6786090" y="4737057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" name="Picture Placeholder 7"/>
          <p:cNvSpPr>
            <a:spLocks noGrp="1" noChangeAspect="1"/>
          </p:cNvSpPr>
          <p:nvPr>
            <p:ph type="pic" sz="quarter" idx="16"/>
          </p:nvPr>
        </p:nvSpPr>
        <p:spPr>
          <a:xfrm rot="21294977">
            <a:off x="6896156" y="5990123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Picture Placeholder 7"/>
          <p:cNvSpPr>
            <a:spLocks noGrp="1" noChangeAspect="1"/>
          </p:cNvSpPr>
          <p:nvPr>
            <p:ph type="pic" sz="quarter" idx="17"/>
          </p:nvPr>
        </p:nvSpPr>
        <p:spPr>
          <a:xfrm rot="21294977">
            <a:off x="5168955" y="6134056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4" name="Picture Placeholder 7"/>
          <p:cNvSpPr>
            <a:spLocks noGrp="1" noChangeAspect="1"/>
          </p:cNvSpPr>
          <p:nvPr>
            <p:ph type="pic" sz="quarter" idx="18"/>
          </p:nvPr>
        </p:nvSpPr>
        <p:spPr>
          <a:xfrm rot="21294977">
            <a:off x="3458689" y="6286744"/>
            <a:ext cx="1663718" cy="1193314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347351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5895625" cy="3225600"/>
          </a:xfrm>
        </p:spPr>
        <p:txBody>
          <a:bodyPr/>
          <a:lstStyle>
            <a:lvl1pPr marL="0" indent="0">
              <a:spcBef>
                <a:spcPts val="1417"/>
              </a:spcBef>
              <a:buNone/>
              <a:defRPr/>
            </a:lvl1pPr>
            <a:lvl2pPr marL="179388" indent="-179388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 rot="21308237">
            <a:off x="6781574" y="3322378"/>
            <a:ext cx="1663200" cy="1191600"/>
          </a:xfrm>
          <a:scene3d>
            <a:camera prst="orthographicFront">
              <a:rot lat="0" lon="21300000" rev="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75788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5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5" y="930320"/>
            <a:ext cx="751562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7558825" cy="3225600"/>
          </a:xfrm>
        </p:spPr>
        <p:txBody>
          <a:bodyPr/>
          <a:lstStyle>
            <a:lvl1pPr marL="165100" indent="-165100">
              <a:spcBef>
                <a:spcPts val="1417"/>
              </a:spcBef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5" y="2008188"/>
            <a:ext cx="7573225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81034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g 6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576" y="930320"/>
            <a:ext cx="3606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63576" y="2008188"/>
            <a:ext cx="3606800" cy="5550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575" y="2901600"/>
            <a:ext cx="3600000" cy="3225600"/>
          </a:xfrm>
        </p:spPr>
        <p:txBody>
          <a:bodyPr/>
          <a:lstStyle>
            <a:lvl1pPr marL="0" indent="0">
              <a:spcBef>
                <a:spcPts val="1417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  <a:lvl2pPr marL="439738" indent="-179388"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300000">
            <a:off x="5033873" y="1904937"/>
            <a:ext cx="3583742" cy="2581689"/>
          </a:xfrm>
          <a:noFill/>
        </p:spPr>
        <p:txBody>
          <a:bodyPr tIns="118800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icture Placeholder 7"/>
          <p:cNvSpPr>
            <a:spLocks noGrp="1" noChangeAspect="1"/>
          </p:cNvSpPr>
          <p:nvPr>
            <p:ph type="pic" sz="quarter" idx="15"/>
          </p:nvPr>
        </p:nvSpPr>
        <p:spPr>
          <a:xfrm rot="21294977">
            <a:off x="7023248" y="4452922"/>
            <a:ext cx="1768155" cy="1247767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0" name="Picture Placeholder 7"/>
          <p:cNvSpPr>
            <a:spLocks noGrp="1" noChangeAspect="1"/>
          </p:cNvSpPr>
          <p:nvPr>
            <p:ph type="pic" sz="quarter" idx="16"/>
          </p:nvPr>
        </p:nvSpPr>
        <p:spPr>
          <a:xfrm rot="21294977">
            <a:off x="6680348" y="522272"/>
            <a:ext cx="1768155" cy="1247767"/>
          </a:xfrm>
          <a:noFill/>
        </p:spPr>
        <p:txBody>
          <a:bodyPr tIns="216000"/>
          <a:lstStyle>
            <a:lvl1pPr marL="0" indent="0" algn="ctr"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667671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7"/>
          <p:cNvSpPr>
            <a:spLocks noGrp="1" noChangeAspect="1"/>
          </p:cNvSpPr>
          <p:nvPr>
            <p:ph type="pic" sz="quarter" idx="10"/>
          </p:nvPr>
        </p:nvSpPr>
        <p:spPr>
          <a:xfrm rot="21293899">
            <a:off x="5500382" y="3831140"/>
            <a:ext cx="2994940" cy="2273983"/>
          </a:xfrm>
          <a:noFill/>
        </p:spPr>
        <p:txBody>
          <a:bodyPr tIns="1188000"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416221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0"/>
          </p:nvPr>
        </p:nvSpPr>
        <p:spPr>
          <a:xfrm>
            <a:off x="663575" y="2232025"/>
            <a:ext cx="5924550" cy="4233863"/>
          </a:xfrm>
        </p:spPr>
        <p:txBody>
          <a:bodyPr tIns="612000"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28890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00226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0022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  <p:sldLayoutId id="2147485794" r:id="rId2"/>
    <p:sldLayoutId id="2147485795" r:id="rId3"/>
    <p:sldLayoutId id="2147485796" r:id="rId4"/>
    <p:sldLayoutId id="2147485797" r:id="rId5"/>
    <p:sldLayoutId id="2147485798" r:id="rId6"/>
    <p:sldLayoutId id="2147485799" r:id="rId7"/>
    <p:sldLayoutId id="2147485800" r:id="rId8"/>
    <p:sldLayoutId id="2147485801" r:id="rId9"/>
    <p:sldLayoutId id="2147485809" r:id="rId10"/>
    <p:sldLayoutId id="2147485810" r:id="rId11"/>
    <p:sldLayoutId id="2147485811" r:id="rId12"/>
    <p:sldLayoutId id="2147485812" r:id="rId13"/>
    <p:sldLayoutId id="2147485813" r:id="rId14"/>
    <p:sldLayoutId id="2147485814" r:id="rId15"/>
    <p:sldLayoutId id="2147485802" r:id="rId16"/>
    <p:sldLayoutId id="2147485815" r:id="rId17"/>
    <p:sldLayoutId id="2147485803" r:id="rId18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 descr="SDS_Powerpoint_Slide3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2450" y="0"/>
            <a:ext cx="9696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830" r:id="rId1"/>
    <p:sldLayoutId id="2147485831" r:id="rId2"/>
    <p:sldLayoutId id="2147485832" r:id="rId3"/>
    <p:sldLayoutId id="2147485833" r:id="rId4"/>
    <p:sldLayoutId id="2147485834" r:id="rId5"/>
    <p:sldLayoutId id="2147485835" r:id="rId6"/>
    <p:sldLayoutId id="2147485836" r:id="rId7"/>
    <p:sldLayoutId id="2147485837" r:id="rId8"/>
    <p:sldLayoutId id="2147485838" r:id="rId9"/>
    <p:sldLayoutId id="2147485839" r:id="rId10"/>
    <p:sldLayoutId id="2147485840" r:id="rId11"/>
    <p:sldLayoutId id="2147485841" r:id="rId12"/>
    <p:sldLayoutId id="2147485842" r:id="rId13"/>
    <p:sldLayoutId id="2147485958" r:id="rId1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" name="Rectangle 4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362200"/>
            <a:ext cx="8001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7400" y="6553200"/>
            <a:ext cx="388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400">
                <a:latin typeface="+mj-lt"/>
                <a:cs typeface="Times New Roman" charset="0"/>
              </a:defRPr>
            </a:lvl1pPr>
          </a:lstStyle>
          <a:p>
            <a:r>
              <a:rPr lang="en-CA"/>
              <a:t>© 2005 Pearson Education Canada Inc.</a:t>
            </a:r>
            <a:r>
              <a:rPr lang="en-CA">
                <a:cs typeface="+mn-cs"/>
              </a:rPr>
              <a:t> 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436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>
              <a:defRPr sz="2600" b="1">
                <a:solidFill>
                  <a:schemeClr val="bg1"/>
                </a:solidFill>
                <a:latin typeface="+mj-lt"/>
              </a:defRPr>
            </a:lvl1pPr>
          </a:lstStyle>
          <a:p>
            <a:fld id="{689A7716-098B-48AF-B025-05E4118F93D5}" type="slidenum">
              <a:rPr lang="en-CA"/>
              <a:pPr/>
              <a:t>‹#›</a:t>
            </a:fld>
            <a:endParaRPr lang="en-CA"/>
          </a:p>
        </p:txBody>
      </p:sp>
      <p:grpSp>
        <p:nvGrpSpPr>
          <p:cNvPr id="6155" name="Group 11"/>
          <p:cNvGrpSpPr>
            <a:grpSpLocks/>
          </p:cNvGrpSpPr>
          <p:nvPr/>
        </p:nvGrpSpPr>
        <p:grpSpPr bwMode="auto">
          <a:xfrm>
            <a:off x="228600" y="1981200"/>
            <a:ext cx="7391400" cy="319088"/>
            <a:chOff x="144" y="1248"/>
            <a:chExt cx="4656" cy="201"/>
          </a:xfrm>
        </p:grpSpPr>
        <p:sp>
          <p:nvSpPr>
            <p:cNvPr id="6156" name="AutoShape 12"/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AutoShape 13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44" r:id="rId1"/>
    <p:sldLayoutId id="2147485845" r:id="rId2"/>
    <p:sldLayoutId id="2147485846" r:id="rId3"/>
    <p:sldLayoutId id="2147485847" r:id="rId4"/>
    <p:sldLayoutId id="2147485848" r:id="rId5"/>
    <p:sldLayoutId id="2147485849" r:id="rId6"/>
    <p:sldLayoutId id="2147485850" r:id="rId7"/>
    <p:sldLayoutId id="2147485851" r:id="rId8"/>
    <p:sldLayoutId id="2147485852" r:id="rId9"/>
    <p:sldLayoutId id="2147485853" r:id="rId10"/>
    <p:sldLayoutId id="2147485854" r:id="rId11"/>
    <p:sldLayoutId id="2147485855" r:id="rId12"/>
    <p:sldLayoutId id="2147485856" r:id="rId13"/>
    <p:sldLayoutId id="2147485857" r:id="rId14"/>
    <p:sldLayoutId id="2147485858" r:id="rId15"/>
    <p:sldLayoutId id="2147485859" r:id="rId16"/>
    <p:sldLayoutId id="2147485860" r:id="rId17"/>
    <p:sldLayoutId id="2147485861" r:id="rId18"/>
    <p:sldLayoutId id="2147485862" r:id="rId19"/>
    <p:sldLayoutId id="2147485863" r:id="rId20"/>
    <p:sldLayoutId id="2147485864" r:id="rId21"/>
    <p:sldLayoutId id="2147485865" r:id="rId2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" name="Rectangle 4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362200"/>
            <a:ext cx="8001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7400" y="6553200"/>
            <a:ext cx="388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400">
                <a:latin typeface="+mj-lt"/>
                <a:cs typeface="Times New Roman" charset="0"/>
              </a:defRPr>
            </a:lvl1pPr>
          </a:lstStyle>
          <a:p>
            <a:r>
              <a:rPr lang="en-CA"/>
              <a:t>© 2005 Pearson Education Canada Inc.</a:t>
            </a:r>
            <a:r>
              <a:rPr lang="en-CA">
                <a:cs typeface="+mn-cs"/>
              </a:rPr>
              <a:t> 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436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>
              <a:defRPr sz="2600" b="1">
                <a:solidFill>
                  <a:schemeClr val="bg1"/>
                </a:solidFill>
                <a:latin typeface="+mj-lt"/>
              </a:defRPr>
            </a:lvl1pPr>
          </a:lstStyle>
          <a:p>
            <a:fld id="{689A7716-098B-48AF-B025-05E4118F93D5}" type="slidenum">
              <a:rPr lang="en-CA"/>
              <a:pPr/>
              <a:t>‹#›</a:t>
            </a:fld>
            <a:endParaRPr lang="en-CA"/>
          </a:p>
        </p:txBody>
      </p:sp>
      <p:grpSp>
        <p:nvGrpSpPr>
          <p:cNvPr id="6155" name="Group 11"/>
          <p:cNvGrpSpPr>
            <a:grpSpLocks/>
          </p:cNvGrpSpPr>
          <p:nvPr/>
        </p:nvGrpSpPr>
        <p:grpSpPr bwMode="auto">
          <a:xfrm>
            <a:off x="228600" y="1981200"/>
            <a:ext cx="7391400" cy="319088"/>
            <a:chOff x="144" y="1248"/>
            <a:chExt cx="4656" cy="201"/>
          </a:xfrm>
        </p:grpSpPr>
        <p:sp>
          <p:nvSpPr>
            <p:cNvPr id="6156" name="AutoShape 12"/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AutoShape 13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60" r:id="rId1"/>
    <p:sldLayoutId id="2147485961" r:id="rId2"/>
    <p:sldLayoutId id="2147485962" r:id="rId3"/>
    <p:sldLayoutId id="2147485963" r:id="rId4"/>
    <p:sldLayoutId id="2147485964" r:id="rId5"/>
    <p:sldLayoutId id="2147485965" r:id="rId6"/>
    <p:sldLayoutId id="2147485966" r:id="rId7"/>
    <p:sldLayoutId id="2147485967" r:id="rId8"/>
    <p:sldLayoutId id="2147485968" r:id="rId9"/>
    <p:sldLayoutId id="2147485969" r:id="rId10"/>
    <p:sldLayoutId id="2147485970" r:id="rId11"/>
    <p:sldLayoutId id="2147485971" r:id="rId12"/>
    <p:sldLayoutId id="2147485972" r:id="rId13"/>
    <p:sldLayoutId id="2147485973" r:id="rId14"/>
    <p:sldLayoutId id="2147485974" r:id="rId15"/>
    <p:sldLayoutId id="2147485975" r:id="rId16"/>
    <p:sldLayoutId id="2147485976" r:id="rId17"/>
    <p:sldLayoutId id="2147485977" r:id="rId18"/>
    <p:sldLayoutId id="2147485978" r:id="rId19"/>
    <p:sldLayoutId id="2147485979" r:id="rId20"/>
    <p:sldLayoutId id="2147485980" r:id="rId21"/>
    <p:sldLayoutId id="2147485981" r:id="rId22"/>
    <p:sldLayoutId id="2147486022" r:id="rId2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87367800-479D-41B0-B3F2-2DCE95BA1381}" type="datetime4">
              <a:rPr lang="en-US" smtClean="0"/>
              <a:pPr/>
              <a:t>December 8,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5744759D-0EFF-4FB2-9CCE-04E00944F0F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6089" r:id="rId1"/>
    <p:sldLayoutId id="2147486090" r:id="rId2"/>
    <p:sldLayoutId id="2147486091" r:id="rId3"/>
    <p:sldLayoutId id="2147486092" r:id="rId4"/>
    <p:sldLayoutId id="2147486093" r:id="rId5"/>
    <p:sldLayoutId id="2147486094" r:id="rId6"/>
    <p:sldLayoutId id="2147486095" r:id="rId7"/>
    <p:sldLayoutId id="2147486096" r:id="rId8"/>
    <p:sldLayoutId id="2147486097" r:id="rId9"/>
    <p:sldLayoutId id="2147486098" r:id="rId10"/>
    <p:sldLayoutId id="2147486099" r:id="rId11"/>
    <p:sldLayoutId id="2147486100" r:id="rId12"/>
  </p:sldLayoutIdLst>
  <p:hf hdr="0" ftr="0" dt="0"/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9"/>
          <p:cNvSpPr txBox="1">
            <a:spLocks noChangeArrowheads="1"/>
          </p:cNvSpPr>
          <p:nvPr/>
        </p:nvSpPr>
        <p:spPr bwMode="auto">
          <a:xfrm>
            <a:off x="1219200" y="5297269"/>
            <a:ext cx="71517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Submitted To:	              		                         Submitted By:</a:t>
            </a:r>
          </a:p>
          <a:p>
            <a:pPr eaLnBrk="0" hangingPunct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 Atul Gaur sir                                                                  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Sheetija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Saini    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3600" y="2209800"/>
            <a:ext cx="4953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ln>
                  <a:solidFill>
                    <a:srgbClr val="FF0000"/>
                  </a:solidFill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WEB </a:t>
            </a:r>
            <a:r>
              <a:rPr lang="en-US" sz="4000" b="1" dirty="0">
                <a:ln>
                  <a:solidFill>
                    <a:srgbClr val="FF0000"/>
                  </a:solidFill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DEVELOPMENT</a:t>
            </a:r>
            <a:endParaRPr lang="en-US" sz="40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13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2057400" y="685800"/>
            <a:ext cx="47402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Table Contents</a:t>
            </a:r>
          </a:p>
        </p:txBody>
      </p:sp>
      <p:sp>
        <p:nvSpPr>
          <p:cNvPr id="71685" name="Content Placeholder 2"/>
          <p:cNvSpPr txBox="1">
            <a:spLocks/>
          </p:cNvSpPr>
          <p:nvPr/>
        </p:nvSpPr>
        <p:spPr bwMode="auto">
          <a:xfrm>
            <a:off x="533400" y="1676400"/>
            <a:ext cx="8229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Classification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Frontend Roadmap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Backend Roadmap</a:t>
            </a:r>
            <a:endParaRPr lang="en-US" alt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Full-Stack Developer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What does Developer do?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 eaLnBrk="1" hangingPunct="1">
              <a:buClr>
                <a:srgbClr val="0039A6"/>
              </a:buClr>
              <a:buFont typeface="Arial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</p:txBody>
      </p:sp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2206625" y="863025"/>
            <a:ext cx="4740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</a:p>
        </p:txBody>
      </p:sp>
      <p:sp>
        <p:nvSpPr>
          <p:cNvPr id="71685" name="Content Placeholder 2"/>
          <p:cNvSpPr txBox="1">
            <a:spLocks/>
          </p:cNvSpPr>
          <p:nvPr/>
        </p:nvSpPr>
        <p:spPr bwMode="auto">
          <a:xfrm>
            <a:off x="76200" y="145542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1" eaLnBrk="1" hangingPunct="1">
              <a:buClr>
                <a:srgbClr val="0039A6"/>
              </a:buClr>
              <a:buNone/>
            </a:pPr>
            <a:r>
              <a:rPr lang="en-US" altLang="en-US" sz="2600" dirty="0"/>
              <a:t>The word Web Development is made up of two words:</a:t>
            </a:r>
          </a:p>
          <a:p>
            <a:pPr lvl="1" eaLnBrk="1" hangingPunct="1">
              <a:buClr>
                <a:srgbClr val="0039A6"/>
              </a:buClr>
            </a:pPr>
            <a:r>
              <a:rPr lang="en-US" altLang="en-US" sz="2600" b="1" dirty="0"/>
              <a:t>Web</a:t>
            </a:r>
            <a:r>
              <a:rPr lang="en-US" altLang="en-US" sz="2600" dirty="0"/>
              <a:t>: It refers to websites, web pages or anything that works over the internet.</a:t>
            </a:r>
          </a:p>
          <a:p>
            <a:pPr lvl="1" eaLnBrk="1" hangingPunct="1">
              <a:buClr>
                <a:srgbClr val="0039A6"/>
              </a:buClr>
            </a:pPr>
            <a:r>
              <a:rPr lang="en-US" altLang="en-US" sz="2600" b="1" dirty="0"/>
              <a:t>Development</a:t>
            </a:r>
            <a:r>
              <a:rPr lang="en-US" altLang="en-US" sz="2600" dirty="0"/>
              <a:t>: Building the application from scratch.</a:t>
            </a:r>
          </a:p>
        </p:txBody>
      </p:sp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629400" y="60356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pic>
        <p:nvPicPr>
          <p:cNvPr id="9" name="Picture 8" descr="shutterstock_394793860-1024x7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505200"/>
            <a:ext cx="5562600" cy="3200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2206625" y="786825"/>
            <a:ext cx="4740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71685" name="Content Placeholder 2"/>
          <p:cNvSpPr txBox="1">
            <a:spLocks/>
          </p:cNvSpPr>
          <p:nvPr/>
        </p:nvSpPr>
        <p:spPr bwMode="auto">
          <a:xfrm>
            <a:off x="76200" y="1846421"/>
            <a:ext cx="5164455" cy="475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457200" lvl="1" indent="0" eaLnBrk="1" hangingPunct="1">
              <a:buClr>
                <a:srgbClr val="0039A6"/>
              </a:buClr>
              <a:buNone/>
            </a:pPr>
            <a:br>
              <a:rPr lang="en-US" sz="1600" dirty="0"/>
            </a:br>
            <a:r>
              <a:rPr lang="en-US" sz="2600" dirty="0"/>
              <a:t>Web development refers to the process of building and maintaining websites. It includes aspects such as web design, web content creation, client-side and server-side scripting, and network security configuration</a:t>
            </a:r>
            <a:r>
              <a:rPr lang="en-US" sz="1600" dirty="0"/>
              <a:t>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9880F-CAA5-299B-2642-AE3A00EF928F}"/>
              </a:ext>
            </a:extLst>
          </p:cNvPr>
          <p:cNvSpPr txBox="1"/>
          <p:nvPr/>
        </p:nvSpPr>
        <p:spPr>
          <a:xfrm>
            <a:off x="60960" y="1600200"/>
            <a:ext cx="50863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u="sng" dirty="0"/>
              <a:t>What is Web Development?</a:t>
            </a:r>
            <a:endParaRPr lang="en-IN" sz="26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48B2F-72B6-F2E1-7EB5-E2FDADBD7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895" y="2438400"/>
            <a:ext cx="3562350" cy="24250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Content Placeholder 2"/>
          <p:cNvSpPr txBox="1">
            <a:spLocks/>
          </p:cNvSpPr>
          <p:nvPr/>
        </p:nvSpPr>
        <p:spPr bwMode="auto">
          <a:xfrm>
            <a:off x="76200" y="2209800"/>
            <a:ext cx="55213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b="1" u="sng" dirty="0"/>
              <a:t>Frontend Development: </a:t>
            </a:r>
            <a:r>
              <a:rPr lang="en-US" sz="2800" dirty="0"/>
              <a:t>The part of a website that the user interacts directly is termed as front end.</a:t>
            </a:r>
          </a:p>
          <a:p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Backend Development: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Backend is the server side of a website. It is the part of the website that users cannot see and interact.</a:t>
            </a:r>
          </a:p>
        </p:txBody>
      </p:sp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629400" y="60198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190500" y="762000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C1A31-BCEB-CF2F-E0D6-11CF60A94910}"/>
              </a:ext>
            </a:extLst>
          </p:cNvPr>
          <p:cNvSpPr txBox="1"/>
          <p:nvPr/>
        </p:nvSpPr>
        <p:spPr>
          <a:xfrm>
            <a:off x="381000" y="138178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Web Development can be classified into two ways: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37536-7DC1-A3CD-7666-62AAAB92B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590800"/>
            <a:ext cx="3048000" cy="29983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Times New Roman"/>
                <a:cs typeface="Times New Roman"/>
              </a:rPr>
              <a:t>●●●</a:t>
            </a: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81000" y="725269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Frontend Roadmap</a:t>
            </a:r>
          </a:p>
        </p:txBody>
      </p:sp>
      <p:pic>
        <p:nvPicPr>
          <p:cNvPr id="6" name="Picture 5" descr="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546225"/>
            <a:ext cx="8610600" cy="4953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Content Placeholder 2"/>
          <p:cNvSpPr txBox="1">
            <a:spLocks/>
          </p:cNvSpPr>
          <p:nvPr/>
        </p:nvSpPr>
        <p:spPr bwMode="auto">
          <a:xfrm>
            <a:off x="727075" y="1600200"/>
            <a:ext cx="84169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None/>
            </a:pPr>
            <a:r>
              <a:rPr lang="en-US" sz="2600" b="1" u="sng" dirty="0">
                <a:latin typeface="Times New Roman" pitchFamily="18" charset="0"/>
                <a:cs typeface="Times New Roman" pitchFamily="18" charset="0"/>
              </a:rPr>
              <a:t>Frontend Frameworks and Libraries:</a:t>
            </a:r>
          </a:p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AngularJS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React.js</a:t>
            </a:r>
          </a:p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VueJS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jQuery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Bootstrap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Material UI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Tailwind CSS</a:t>
            </a:r>
          </a:p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UI</a:t>
            </a:r>
          </a:p>
        </p:txBody>
      </p:sp>
      <p:sp>
        <p:nvSpPr>
          <p:cNvPr id="71686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44F683-F156-C97C-5053-565B2BCEF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150" y="2819400"/>
            <a:ext cx="3543300" cy="2277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80CFC-CD18-65A4-CC29-1F5B61FE20A6}"/>
              </a:ext>
            </a:extLst>
          </p:cNvPr>
          <p:cNvSpPr txBox="1"/>
          <p:nvPr/>
        </p:nvSpPr>
        <p:spPr>
          <a:xfrm>
            <a:off x="3505200" y="762000"/>
            <a:ext cx="1972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76200" y="685800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Backend Roadmap</a:t>
            </a:r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Times New Roman"/>
                <a:cs typeface="Times New Roman"/>
              </a:rPr>
              <a:t>●●●</a:t>
            </a: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pic>
        <p:nvPicPr>
          <p:cNvPr id="6" name="Picture 5" descr="b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93" y="1524000"/>
            <a:ext cx="8421414" cy="50133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-76200" y="687318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Backend frameworks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1638449"/>
            <a:ext cx="4343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Back End Frameworks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Express, 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 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Rails, 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Laravel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 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Spring, etc.</a:t>
            </a:r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EEAE8-D5CC-861E-3704-A292BA413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5" y="2362200"/>
            <a:ext cx="3343275" cy="23994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152400" y="725269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Full-Stack Developer</a:t>
            </a:r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F29CD-5D9D-F8B8-8FBB-E1E65B5DC96E}"/>
              </a:ext>
            </a:extLst>
          </p:cNvPr>
          <p:cNvSpPr txBox="1"/>
          <p:nvPr/>
        </p:nvSpPr>
        <p:spPr>
          <a:xfrm>
            <a:off x="228600" y="2057400"/>
            <a:ext cx="45758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ource Sans Pro" panose="020F0502020204030204" pitchFamily="34" charset="0"/>
              </a:rPr>
              <a:t>A full-stack developer helps build and maintain both the front-end and the back-end of a website.</a:t>
            </a:r>
          </a:p>
          <a:p>
            <a:endParaRPr lang="en-US" sz="2400" b="0" i="0" dirty="0">
              <a:effectLst/>
              <a:latin typeface="Source Sans Pro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ource Sans Pro" panose="020B0503030403020204" pitchFamily="34" charset="0"/>
              </a:rPr>
              <a:t>Full-stack developers design and create websites and applications for various platforms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2C67E-0537-1293-3177-3E839A4CD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985" y="2209800"/>
            <a:ext cx="3495675" cy="2743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91440" y="711323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What Does Web-Developer Do?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1524000"/>
            <a:ext cx="57912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US" sz="2800" b="0" i="0" dirty="0">
              <a:effectLst/>
              <a:latin typeface="var(--cds-font-family-source-sans-pro)"/>
            </a:endParaRPr>
          </a:p>
          <a:p>
            <a:pPr algn="just">
              <a:spcAft>
                <a:spcPts val="1200"/>
              </a:spcAft>
            </a:pPr>
            <a:endParaRPr lang="en-US" sz="2800" b="0" i="0" dirty="0">
              <a:effectLst/>
              <a:latin typeface="var(--cds-font-family-source-sans-pro)"/>
            </a:endParaRPr>
          </a:p>
          <a:p>
            <a:pPr algn="just">
              <a:spcAft>
                <a:spcPts val="1200"/>
              </a:spcAft>
            </a:pPr>
            <a:endParaRPr lang="en-US" sz="2800" b="0" i="0" dirty="0">
              <a:effectLst/>
              <a:latin typeface="var(--cds-font-family-source-sans-pro)"/>
            </a:endParaRPr>
          </a:p>
          <a:p>
            <a:pPr algn="just">
              <a:spcAft>
                <a:spcPts val="1200"/>
              </a:spcAf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0D39B-3A0D-327F-3E7C-2C5D5D9C427B}"/>
              </a:ext>
            </a:extLst>
          </p:cNvPr>
          <p:cNvSpPr txBox="1"/>
          <p:nvPr/>
        </p:nvSpPr>
        <p:spPr>
          <a:xfrm>
            <a:off x="190500" y="2706447"/>
            <a:ext cx="4575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Contribute to front-end and back-end development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2E82B-59F7-E97F-90A5-A6891477C2DC}"/>
              </a:ext>
            </a:extLst>
          </p:cNvPr>
          <p:cNvSpPr txBox="1"/>
          <p:nvPr/>
        </p:nvSpPr>
        <p:spPr>
          <a:xfrm>
            <a:off x="190500" y="3587032"/>
            <a:ext cx="4575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Build new product features or APIs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CD714-C909-89EF-2522-E6F3734A0C64}"/>
              </a:ext>
            </a:extLst>
          </p:cNvPr>
          <p:cNvSpPr txBox="1"/>
          <p:nvPr/>
        </p:nvSpPr>
        <p:spPr>
          <a:xfrm>
            <a:off x="220980" y="4429817"/>
            <a:ext cx="4575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Perform tests, troubleshoot software, and fix bugs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D862F-2F36-8A1D-FD8F-1F009ED04A28}"/>
              </a:ext>
            </a:extLst>
          </p:cNvPr>
          <p:cNvSpPr txBox="1"/>
          <p:nvPr/>
        </p:nvSpPr>
        <p:spPr>
          <a:xfrm>
            <a:off x="-228600" y="5304556"/>
            <a:ext cx="45758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Collaborate with other departments on projects and sprints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7C179-4FA4-76DF-FEAF-096533814860}"/>
              </a:ext>
            </a:extLst>
          </p:cNvPr>
          <p:cNvSpPr txBox="1"/>
          <p:nvPr/>
        </p:nvSpPr>
        <p:spPr>
          <a:xfrm>
            <a:off x="22860" y="1792277"/>
            <a:ext cx="4690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Develop and maintain web services        and interfaces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0900AC-5630-1E48-9D77-AE72013D5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958" y="1943100"/>
            <a:ext cx="3757102" cy="2971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190500" y="685800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Tools Used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1524000"/>
            <a:ext cx="39624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Angular JS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Apache HTTP Server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AWS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CSS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Ember.js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JavaScript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jQuery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Laravel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Microsoft SQL Server</a:t>
            </a:r>
          </a:p>
          <a:p>
            <a:endParaRPr lang="en-US" sz="2600" dirty="0"/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01ADB-AB18-4A11-7569-33FCD6DF7350}"/>
              </a:ext>
            </a:extLst>
          </p:cNvPr>
          <p:cNvSpPr txBox="1"/>
          <p:nvPr/>
        </p:nvSpPr>
        <p:spPr>
          <a:xfrm>
            <a:off x="4572000" y="1536353"/>
            <a:ext cx="457581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MySQL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Nginx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Node.js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PHP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Polymer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React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Ruby on Rails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var(--cds-font-family-source-sans-pro)"/>
              </a:rPr>
              <a:t> Vue.js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83820" y="717351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524000"/>
            <a:ext cx="815340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797"/>
              </a:spcBef>
              <a:spcAft>
                <a:spcPts val="1797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The conclusion of web development is that it is a process used to create a website or web application. This process includes developing both front-end and back-end components.</a:t>
            </a:r>
          </a:p>
          <a:p>
            <a:pPr marL="342900" indent="-342900" algn="l">
              <a:spcBef>
                <a:spcPts val="1797"/>
              </a:spcBef>
              <a:spcAft>
                <a:spcPts val="1797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cds-font-family-source-sans-pro)"/>
              </a:rPr>
              <a:t>The front-end component is what makes up the look and feel of the site, while the back-end component focuses on functionality. Web development is typically a collaborative effort between designers, developers, and clients in order to create an effective end product that meets everyone’s needs and expectations.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ar(--cds-font-family-source-sans-pro)"/>
              <a:cs typeface="Times New Roman" pitchFamily="18" charset="0"/>
            </a:endParaRPr>
          </a:p>
        </p:txBody>
      </p:sp>
      <p:sp>
        <p:nvSpPr>
          <p:cNvPr id="22533" name="Slide Number Placeholder 1"/>
          <p:cNvSpPr txBox="1">
            <a:spLocks/>
          </p:cNvSpPr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>
                <a:solidFill>
                  <a:schemeClr val="tx2"/>
                </a:solidFill>
                <a:latin typeface="Myriad Web Pro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dirty="0">
              <a:solidFill>
                <a:schemeClr val="tx2"/>
              </a:solidFill>
              <a:latin typeface="Myriad Web Pro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E69C65-6051-D514-1470-CF6A30557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438400"/>
            <a:ext cx="5679829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16678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theme/theme1.xml><?xml version="1.0" encoding="utf-8"?>
<a:theme xmlns:a="http://schemas.openxmlformats.org/drawingml/2006/main" name="7_SEPDPO">
  <a:themeElements>
    <a:clrScheme name="OSELS Light PPT Colors">
      <a:dk1>
        <a:srgbClr val="0039A6"/>
      </a:dk1>
      <a:lt1>
        <a:srgbClr val="FFFFFF"/>
      </a:lt1>
      <a:dk2>
        <a:srgbClr val="3077FF"/>
      </a:dk2>
      <a:lt2>
        <a:srgbClr val="4B4B4B"/>
      </a:lt2>
      <a:accent1>
        <a:srgbClr val="0039A6"/>
      </a:accent1>
      <a:accent2>
        <a:srgbClr val="9E302D"/>
      </a:accent2>
      <a:accent3>
        <a:srgbClr val="5B8F22"/>
      </a:accent3>
      <a:accent4>
        <a:srgbClr val="532E60"/>
      </a:accent4>
      <a:accent5>
        <a:srgbClr val="FDC82F"/>
      </a:accent5>
      <a:accent6>
        <a:srgbClr val="0CC6DE"/>
      </a:accent6>
      <a:hlink>
        <a:srgbClr val="002060"/>
      </a:hlink>
      <a:folHlink>
        <a:srgbClr val="0053F2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66CCFF"/>
        </a:solidFill>
        <a:ln w="9525">
          <a:miter lim="800000"/>
          <a:headEnd/>
          <a:tailEnd/>
        </a:ln>
      </a:spPr>
      <a:bodyPr wrap="none" rtlCol="0" anchor="ctr">
        <a:flatTx/>
      </a:bodyPr>
      <a:lstStyle>
        <a:defPPr algn="ctr">
          <a:defRPr sz="1200" b="1" dirty="0">
            <a:solidFill>
              <a:schemeClr val="bg1"/>
            </a:solidFill>
            <a:latin typeface="Tahoma" pitchFamily="34" charset="0"/>
          </a:defRPr>
        </a:defPPr>
      </a:lstStyle>
    </a:spDef>
    <a:lnDef>
      <a:spPr>
        <a:ln w="22225">
          <a:solidFill>
            <a:srgbClr val="0A0A0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eme3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eme28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Theme28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18663</TotalTime>
  <Words>1155</Words>
  <Application>Microsoft Office PowerPoint</Application>
  <PresentationFormat>On-screen Show (4:3)</PresentationFormat>
  <Paragraphs>204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Arial</vt:lpstr>
      <vt:lpstr>Calibri</vt:lpstr>
      <vt:lpstr>Courier New</vt:lpstr>
      <vt:lpstr>Garamond</vt:lpstr>
      <vt:lpstr>Myriad Web Pro</vt:lpstr>
      <vt:lpstr>Source Sans Pro</vt:lpstr>
      <vt:lpstr>Times New Roman</vt:lpstr>
      <vt:lpstr>var(--cds-font-family-source-sans-pro)</vt:lpstr>
      <vt:lpstr>Wingdings</vt:lpstr>
      <vt:lpstr>Wingdings 2</vt:lpstr>
      <vt:lpstr>7_SEPDPO</vt:lpstr>
      <vt:lpstr>Theme38</vt:lpstr>
      <vt:lpstr>Theme28</vt:lpstr>
      <vt:lpstr>1_Theme28</vt:lpstr>
      <vt:lpstr>BlackTie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NISHA PANDITA</dc:creator>
  <cp:lastModifiedBy>MANISH YADAV</cp:lastModifiedBy>
  <cp:revision>867</cp:revision>
  <cp:lastPrinted>2014-09-05T11:57:32Z</cp:lastPrinted>
  <dcterms:created xsi:type="dcterms:W3CDTF">2014-04-08T13:15:54Z</dcterms:created>
  <dcterms:modified xsi:type="dcterms:W3CDTF">2024-12-08T18:00:53Z</dcterms:modified>
</cp:coreProperties>
</file>