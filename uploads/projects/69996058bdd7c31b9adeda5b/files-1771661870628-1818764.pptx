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0" r:id="rId1"/>
  </p:sldMasterIdLst>
  <p:sldIdLst>
    <p:sldId id="256" r:id="rId2"/>
    <p:sldId id="264" r:id="rId3"/>
    <p:sldId id="266" r:id="rId4"/>
    <p:sldId id="268" r:id="rId5"/>
    <p:sldId id="269" r:id="rId6"/>
    <p:sldId id="270" r:id="rId7"/>
    <p:sldId id="260" r:id="rId8"/>
    <p:sldId id="267" r:id="rId9"/>
    <p:sldId id="263" r:id="rId10"/>
    <p:sldId id="26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4660"/>
  </p:normalViewPr>
  <p:slideViewPr>
    <p:cSldViewPr snapToGrid="0">
      <p:cViewPr varScale="1">
        <p:scale>
          <a:sx n="82" d="100"/>
          <a:sy n="82" d="100"/>
        </p:scale>
        <p:origin x="58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5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414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748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9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958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5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69" y="2160590"/>
            <a:ext cx="4184035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7/27/2024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8244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6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6" y="2737247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5" y="2737247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361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723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820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2" y="514926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5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7/27/2024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5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5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482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679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1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80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455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560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1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99835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7291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7/27/2024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6510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4" y="609601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1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918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2160590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4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5" y="6041364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4" y="6041364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286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481" y="247486"/>
            <a:ext cx="12192000" cy="685800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2" name="TextBox 1"/>
          <p:cNvSpPr txBox="1"/>
          <p:nvPr/>
        </p:nvSpPr>
        <p:spPr>
          <a:xfrm>
            <a:off x="9018740" y="6037545"/>
            <a:ext cx="305635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33CC"/>
                </a:solidFill>
              </a:rPr>
              <a:t>Teamsize</a:t>
            </a:r>
            <a:r>
              <a:rPr lang="en-US" dirty="0"/>
              <a:t> : 7 members</a:t>
            </a:r>
          </a:p>
          <a:p>
            <a:r>
              <a:rPr lang="en-US" dirty="0">
                <a:solidFill>
                  <a:srgbClr val="0033CC"/>
                </a:solidFill>
              </a:rPr>
              <a:t>(Atleast 1 female member)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22207" y="5225519"/>
            <a:ext cx="56868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0070C0"/>
                </a:solidFill>
              </a:rPr>
              <a:t>    </a:t>
            </a:r>
            <a:r>
              <a:rPr lang="en-US" sz="4000" b="1" dirty="0">
                <a:solidFill>
                  <a:srgbClr val="0070C0"/>
                </a:solidFill>
              </a:rPr>
              <a:t>Hostler Squad</a:t>
            </a:r>
          </a:p>
          <a:p>
            <a:pPr algn="ctr"/>
            <a:r>
              <a:rPr lang="en-US" sz="4000" b="1" dirty="0">
                <a:solidFill>
                  <a:srgbClr val="0070C0"/>
                </a:solidFill>
              </a:rPr>
              <a:t>    React-News</a:t>
            </a:r>
          </a:p>
        </p:txBody>
      </p:sp>
    </p:spTree>
    <p:extLst>
      <p:ext uri="{BB962C8B-B14F-4D97-AF65-F5344CB8AC3E}">
        <p14:creationId xmlns:p14="http://schemas.microsoft.com/office/powerpoint/2010/main" val="2028423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3219" y="538620"/>
            <a:ext cx="8596668" cy="1665962"/>
          </a:xfrm>
        </p:spPr>
        <p:txBody>
          <a:bodyPr>
            <a:normAutofit/>
          </a:bodyPr>
          <a:lstStyle/>
          <a:p>
            <a:r>
              <a:rPr lang="en-US" sz="5400" b="1" dirty="0"/>
              <a:t>Agenda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01270" y="1166842"/>
            <a:ext cx="5816771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Introduction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Problem statement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sz="4800" dirty="0">
                <a:solidFill>
                  <a:schemeClr val="tx1"/>
                </a:solidFill>
                <a:latin typeface="Arial" panose="020B0604020202020204" pitchFamily="34" charset="0"/>
              </a:rPr>
              <a:t>W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ebsite concept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Key features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Benefits &amp; impact </a:t>
            </a:r>
          </a:p>
        </p:txBody>
      </p:sp>
    </p:spTree>
    <p:extLst>
      <p:ext uri="{BB962C8B-B14F-4D97-AF65-F5344CB8AC3E}">
        <p14:creationId xmlns:p14="http://schemas.microsoft.com/office/powerpoint/2010/main" val="4221944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3312" y="-114688"/>
            <a:ext cx="6208966" cy="1578279"/>
          </a:xfrm>
        </p:spPr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300" y="1718421"/>
            <a:ext cx="3006246" cy="87682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1"/>
                </a:solidFill>
              </a:rPr>
              <a:t>Current Issues:</a:t>
            </a: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739037" y="2076591"/>
            <a:ext cx="9695144" cy="15626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News fragmentation: Users must visit multiple websites for        comprehensive news.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Difficulty in identifying the most impactful stories amidst the noise. </a:t>
            </a:r>
          </a:p>
        </p:txBody>
      </p:sp>
      <p:sp>
        <p:nvSpPr>
          <p:cNvPr id="10" name="TextBox 9"/>
          <p:cNvSpPr txBox="1"/>
          <p:nvPr/>
        </p:nvSpPr>
        <p:spPr>
          <a:xfrm flipH="1">
            <a:off x="830662" y="3742810"/>
            <a:ext cx="25722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Opportunity: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0662" y="4369629"/>
            <a:ext cx="84675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Develop a centralized platform that aggregates, ranks, and curates top news from various sources.</a:t>
            </a:r>
          </a:p>
        </p:txBody>
      </p:sp>
    </p:spTree>
    <p:extLst>
      <p:ext uri="{BB962C8B-B14F-4D97-AF65-F5344CB8AC3E}">
        <p14:creationId xmlns:p14="http://schemas.microsoft.com/office/powerpoint/2010/main" val="853535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375782" y="187889"/>
            <a:ext cx="6843953" cy="1182839"/>
          </a:xfrm>
        </p:spPr>
        <p:txBody>
          <a:bodyPr/>
          <a:lstStyle/>
          <a:p>
            <a:r>
              <a:rPr lang="en-US" dirty="0"/>
              <a:t>Website Concept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3143" y="1866122"/>
            <a:ext cx="9871787" cy="4158897"/>
          </a:xfrm>
        </p:spPr>
        <p:txBody>
          <a:bodyPr>
            <a:noAutofit/>
          </a:bodyPr>
          <a:lstStyle/>
          <a:p>
            <a:pPr algn="l"/>
            <a:r>
              <a:rPr lang="en-US" sz="2800" b="1" dirty="0">
                <a:solidFill>
                  <a:schemeClr val="tx1"/>
                </a:solidFill>
              </a:rPr>
              <a:t>Overview:</a:t>
            </a:r>
            <a:r>
              <a:rPr lang="en-US" sz="2800" dirty="0">
                <a:solidFill>
                  <a:schemeClr val="tx1"/>
                </a:solidFill>
              </a:rPr>
              <a:t> A platform that aggregates </a:t>
            </a:r>
          </a:p>
          <a:p>
            <a:pPr algn="l"/>
            <a:r>
              <a:rPr lang="en-US" sz="2800" dirty="0">
                <a:solidFill>
                  <a:schemeClr val="tx1"/>
                </a:solidFill>
              </a:rPr>
              <a:t>news stories from multiple leading channels </a:t>
            </a:r>
          </a:p>
          <a:p>
            <a:pPr algn="l"/>
            <a:endParaRPr lang="en-US" sz="2800" b="1" dirty="0">
              <a:solidFill>
                <a:schemeClr val="tx1"/>
              </a:solidFill>
            </a:endParaRPr>
          </a:p>
          <a:p>
            <a:pPr algn="l"/>
            <a:r>
              <a:rPr lang="en-US" sz="2800" b="1" dirty="0">
                <a:solidFill>
                  <a:schemeClr val="tx1"/>
                </a:solidFill>
              </a:rPr>
              <a:t>Mission Statement:</a:t>
            </a:r>
            <a:r>
              <a:rPr lang="en-US" sz="2800" dirty="0">
                <a:solidFill>
                  <a:schemeClr val="tx1"/>
                </a:solidFill>
              </a:rPr>
              <a:t> To simplify news consumption by providing a one-stop-shop for top-ranked news stories.</a:t>
            </a:r>
          </a:p>
          <a:p>
            <a:pPr algn="l"/>
            <a:endParaRPr lang="en-US" sz="2800" dirty="0">
              <a:solidFill>
                <a:schemeClr val="tx1"/>
              </a:solidFill>
            </a:endParaRPr>
          </a:p>
          <a:p>
            <a:pPr algn="l"/>
            <a:r>
              <a:rPr lang="en-US" sz="2800" b="1" dirty="0">
                <a:solidFill>
                  <a:schemeClr val="tx1"/>
                </a:solidFill>
              </a:rPr>
              <a:t>Target Audience:</a:t>
            </a:r>
            <a:r>
              <a:rPr lang="en-US" sz="2800" dirty="0">
                <a:solidFill>
                  <a:schemeClr val="tx1"/>
                </a:solidFill>
              </a:rPr>
              <a:t> General public, news learner, professionals.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82E57A-9408-8DFF-4E7B-9BE56C789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4899" y="993767"/>
            <a:ext cx="3479902" cy="19669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7A6809-3E42-27B1-7E47-4546FC24621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102" t="25708" r="14018" b="33099"/>
          <a:stretch/>
        </p:blipFill>
        <p:spPr>
          <a:xfrm>
            <a:off x="9550488" y="3456061"/>
            <a:ext cx="2641511" cy="1703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96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2B08F-AB8D-FFF4-01F8-1E7A1E17B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249" y="609600"/>
            <a:ext cx="4142792" cy="1237861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Existing Phase:</a:t>
            </a:r>
            <a:br>
              <a:rPr lang="en-US" dirty="0"/>
            </a:b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8EDCAF-E313-E0B0-AAFA-E292843EA789}"/>
              </a:ext>
            </a:extLst>
          </p:cNvPr>
          <p:cNvSpPr txBox="1"/>
          <p:nvPr/>
        </p:nvSpPr>
        <p:spPr>
          <a:xfrm>
            <a:off x="386080" y="1447800"/>
            <a:ext cx="8879839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Existing phase includes 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It’s have website logo with name in a navbar.</a:t>
            </a:r>
          </a:p>
          <a:p>
            <a:pPr algn="just"/>
            <a:endParaRPr lang="en-US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It’s contain news according to their platform which they want to show.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Existing website is developed by outdated software environment that load the page and consume time.</a:t>
            </a:r>
          </a:p>
          <a:p>
            <a:pPr algn="just"/>
            <a:endParaRPr lang="en-US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These websites does not contain any type of option to chose news according to the countries.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977909-2E52-A61E-6388-15AB10A2076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077" b="71960"/>
          <a:stretch/>
        </p:blipFill>
        <p:spPr>
          <a:xfrm>
            <a:off x="7086600" y="1129139"/>
            <a:ext cx="5105400" cy="11020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186EF26-8CDD-812B-ADDC-115CE794B44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6796"/>
          <a:stretch/>
        </p:blipFill>
        <p:spPr>
          <a:xfrm>
            <a:off x="9349449" y="3959918"/>
            <a:ext cx="2759020" cy="27970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99795BCC-C5E7-5A61-D7CE-F3B7AD8DA201}"/>
              </a:ext>
            </a:extLst>
          </p:cNvPr>
          <p:cNvSpPr/>
          <p:nvPr/>
        </p:nvSpPr>
        <p:spPr>
          <a:xfrm>
            <a:off x="10716991" y="5117217"/>
            <a:ext cx="1391478" cy="1648242"/>
          </a:xfrm>
          <a:prstGeom prst="mathMultiply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07790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02687-D500-2971-38DE-7E011818E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Updated</a:t>
            </a:r>
            <a:r>
              <a:rPr lang="en-US" sz="3600" dirty="0"/>
              <a:t> Phase: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6484AC-F763-9E64-C3B3-EB73BFAA81F3}"/>
              </a:ext>
            </a:extLst>
          </p:cNvPr>
          <p:cNvSpPr txBox="1"/>
          <p:nvPr/>
        </p:nvSpPr>
        <p:spPr>
          <a:xfrm>
            <a:off x="325910" y="1678078"/>
            <a:ext cx="8596668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solidFill>
                  <a:srgbClr val="000000"/>
                </a:solidFill>
                <a:latin typeface="Trebuchet MS" panose="020B0603020202020204" pitchFamily="34" charset="0"/>
              </a:rPr>
              <a:t>Updated</a:t>
            </a:r>
            <a:r>
              <a:rPr lang="en-US" sz="3200" kern="1200" dirty="0">
                <a:solidFill>
                  <a:srgbClr val="000000"/>
                </a:solidFill>
                <a:effectLst/>
                <a:latin typeface="Trebuchet MS" panose="020B0603020202020204" pitchFamily="34" charset="0"/>
                <a:ea typeface="+mn-ea"/>
                <a:cs typeface="+mn-cs"/>
              </a:rPr>
              <a:t> phase includes :</a:t>
            </a:r>
          </a:p>
          <a:p>
            <a:pPr marL="285750" indent="-285750" algn="l" rtl="0" eaLnBrk="1" latinLnBrk="0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rebuchet MS" panose="020B0603020202020204" pitchFamily="34" charset="0"/>
              </a:rPr>
              <a:t>In our website logo , advanced-navbar ,choosing dropdown</a:t>
            </a:r>
          </a:p>
          <a:p>
            <a:pPr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latin typeface="Trebuchet MS" panose="020B0603020202020204" pitchFamily="34" charset="0"/>
              </a:rPr>
              <a:t>   ,search bar etc. are integrated.</a:t>
            </a:r>
          </a:p>
          <a:p>
            <a:pPr algn="l" rtl="0" eaLnBrk="1" latinLnBrk="0" hangingPunct="1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285750" indent="-285750" algn="l" rtl="0" eaLnBrk="1" latinLnBrk="0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rebuchet MS" panose="020B0603020202020204" pitchFamily="34" charset="0"/>
              </a:rPr>
              <a:t>Our website is developed in a React JS that provide the facility of no loading page.</a:t>
            </a:r>
          </a:p>
          <a:p>
            <a:pPr algn="l" rtl="0" eaLnBrk="1" latinLnBrk="0" hangingPunct="1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285750" indent="-285750" algn="l" rtl="0" eaLnBrk="1" latinLnBrk="0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rebuchet MS" panose="020B0603020202020204" pitchFamily="34" charset="0"/>
              </a:rPr>
              <a:t>Also embedded Map to watch news according to the viewer location.</a:t>
            </a:r>
          </a:p>
          <a:p>
            <a:pPr algn="l" rtl="0" eaLnBrk="1" latinLnBrk="0" hangingPunct="1">
              <a:spcBef>
                <a:spcPts val="0"/>
              </a:spcBef>
              <a:spcAft>
                <a:spcPts val="0"/>
              </a:spcAft>
            </a:pPr>
            <a:endParaRPr lang="en-US" sz="200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285750" indent="-285750" algn="l" rtl="0" eaLnBrk="1" latinLnBrk="0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285750" indent="-285750" algn="l" rtl="0" eaLnBrk="1" latinLnBrk="0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285750" indent="-285750" algn="l" rtl="0" eaLnBrk="1" latinLnBrk="0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285750" indent="-285750" algn="l" rtl="0" eaLnBrk="1" latinLnBrk="0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dirty="0">
              <a:effectLst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4240A6-EDF3-6E7B-53D9-1D3C7152E26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3887"/>
          <a:stretch/>
        </p:blipFill>
        <p:spPr>
          <a:xfrm>
            <a:off x="8548698" y="2919854"/>
            <a:ext cx="3436662" cy="3924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6AA3EF-0E61-4416-233B-3E2FF8A0F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9277" y="4172482"/>
            <a:ext cx="3166400" cy="3166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F92430D-435F-9141-4423-0C132A3BF1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7527" y="4962505"/>
            <a:ext cx="2873434" cy="15863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53D8ACF-8E0A-DCE0-4237-56390FB74A3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8649" t="865" r="26116"/>
          <a:stretch/>
        </p:blipFill>
        <p:spPr>
          <a:xfrm>
            <a:off x="10222094" y="344045"/>
            <a:ext cx="1292571" cy="158635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7587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2087" y="296094"/>
            <a:ext cx="8288552" cy="2188723"/>
          </a:xfrm>
        </p:spPr>
        <p:txBody>
          <a:bodyPr/>
          <a:lstStyle/>
          <a:p>
            <a:r>
              <a:rPr lang="en-US" sz="4400" b="1" dirty="0"/>
              <a:t>Advantages of news websites:</a:t>
            </a:r>
            <a:br>
              <a:rPr lang="en-US" sz="4400" b="1" dirty="0"/>
            </a:br>
            <a:br>
              <a:rPr lang="en-US" sz="4400" b="1" dirty="0"/>
            </a:br>
            <a:endParaRPr lang="en-US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7452" y="1571084"/>
            <a:ext cx="9729047" cy="3336587"/>
          </a:xfrm>
        </p:spPr>
        <p:txBody>
          <a:bodyPr>
            <a:noAutofit/>
          </a:bodyPr>
          <a:lstStyle/>
          <a:p>
            <a:pPr algn="l">
              <a:lnSpc>
                <a:spcPct val="200000"/>
              </a:lnSpc>
            </a:pPr>
            <a:r>
              <a:rPr lang="en-US" sz="2800" dirty="0">
                <a:solidFill>
                  <a:schemeClr val="tx1"/>
                </a:solidFill>
                <a:latin typeface="Aptos Display" panose="020B0004020202020204" pitchFamily="34" charset="0"/>
              </a:rPr>
              <a:t>1. Instant updates : News is constantly updated in real-time.</a:t>
            </a:r>
          </a:p>
          <a:p>
            <a:pPr algn="l">
              <a:lnSpc>
                <a:spcPct val="200000"/>
              </a:lnSpc>
            </a:pPr>
            <a:r>
              <a:rPr lang="en-US" sz="2800" dirty="0">
                <a:solidFill>
                  <a:schemeClr val="tx1"/>
                </a:solidFill>
                <a:latin typeface="Aptos Display" panose="020B0004020202020204" pitchFamily="34" charset="0"/>
              </a:rPr>
              <a:t>2. Multimedia content  : Includes videos, interactive graphics, etc.</a:t>
            </a:r>
          </a:p>
          <a:p>
            <a:pPr algn="l">
              <a:lnSpc>
                <a:spcPct val="200000"/>
              </a:lnSpc>
            </a:pPr>
            <a:r>
              <a:rPr lang="en-US" sz="2800" dirty="0">
                <a:solidFill>
                  <a:schemeClr val="tx1"/>
                </a:solidFill>
                <a:latin typeface="Aptos Display" panose="020B0004020202020204" pitchFamily="34" charset="0"/>
              </a:rPr>
              <a:t>3. Global reach : Accessible from anywhere with an internet connection.</a:t>
            </a:r>
          </a:p>
        </p:txBody>
      </p:sp>
    </p:spTree>
    <p:extLst>
      <p:ext uri="{BB962C8B-B14F-4D97-AF65-F5344CB8AC3E}">
        <p14:creationId xmlns:p14="http://schemas.microsoft.com/office/powerpoint/2010/main" val="453906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203" y="321502"/>
            <a:ext cx="8596668" cy="1320800"/>
          </a:xfrm>
        </p:spPr>
        <p:txBody>
          <a:bodyPr>
            <a:normAutofit/>
          </a:bodyPr>
          <a:lstStyle/>
          <a:p>
            <a:r>
              <a:rPr lang="en-US" sz="4000" dirty="0"/>
              <a:t>User Interface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8203" y="1368556"/>
            <a:ext cx="815389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Home Page :</a:t>
            </a:r>
            <a:endParaRPr lang="en-US" sz="2400" dirty="0"/>
          </a:p>
          <a:p>
            <a:pPr lvl="1"/>
            <a:r>
              <a:rPr lang="en-US" sz="2400" dirty="0"/>
              <a:t>Overview of the layout with top-ranked stories and trending topics.</a:t>
            </a:r>
          </a:p>
          <a:p>
            <a:r>
              <a:rPr lang="en-US" sz="2400" b="1" dirty="0"/>
              <a:t>About Page :</a:t>
            </a:r>
            <a:endParaRPr lang="en-US" sz="2400" dirty="0"/>
          </a:p>
          <a:p>
            <a:pPr lvl="1"/>
            <a:r>
              <a:rPr lang="en-US" sz="2400" dirty="0"/>
              <a:t>To show the more different type of content.</a:t>
            </a:r>
          </a:p>
          <a:p>
            <a:r>
              <a:rPr lang="en-US" sz="2400" b="1" dirty="0"/>
              <a:t>Category Page :</a:t>
            </a:r>
            <a:endParaRPr lang="en-US" sz="2400" dirty="0"/>
          </a:p>
          <a:p>
            <a:pPr lvl="1"/>
            <a:r>
              <a:rPr lang="en-US" sz="2400" dirty="0"/>
              <a:t>Design of pages for different news categories.</a:t>
            </a:r>
          </a:p>
          <a:p>
            <a:r>
              <a:rPr lang="en-US" sz="2400" b="1" dirty="0"/>
              <a:t>Country Page:</a:t>
            </a:r>
            <a:endParaRPr lang="en-US" sz="2400" dirty="0"/>
          </a:p>
          <a:p>
            <a:pPr lvl="1"/>
            <a:r>
              <a:rPr lang="en-US" sz="2400" dirty="0"/>
              <a:t>In this we select the more country and </a:t>
            </a:r>
          </a:p>
          <a:p>
            <a:pPr lvl="1"/>
            <a:r>
              <a:rPr lang="en-US" sz="2400" dirty="0"/>
              <a:t>see the news.</a:t>
            </a:r>
          </a:p>
          <a:p>
            <a:r>
              <a:rPr lang="en-US" sz="2400" b="1" dirty="0"/>
              <a:t>Videos Page :</a:t>
            </a:r>
            <a:endParaRPr lang="en-US" sz="2400" dirty="0"/>
          </a:p>
          <a:p>
            <a:pPr lvl="1"/>
            <a:r>
              <a:rPr lang="en-US" sz="2400" dirty="0"/>
              <a:t>Include visual videos or Different key pages.</a:t>
            </a:r>
          </a:p>
          <a:p>
            <a:r>
              <a:rPr lang="en-US" sz="2400" b="1" dirty="0"/>
              <a:t>Search Page :</a:t>
            </a:r>
            <a:endParaRPr lang="en-US" sz="2400" dirty="0"/>
          </a:p>
          <a:p>
            <a:pPr lvl="1"/>
            <a:r>
              <a:rPr lang="en-US" sz="2400" dirty="0"/>
              <a:t>In this we search any type of categories 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DF968A-A6C7-6BD3-3639-60A4807AB6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525"/>
          <a:stretch/>
        </p:blipFill>
        <p:spPr>
          <a:xfrm>
            <a:off x="7296539" y="2678178"/>
            <a:ext cx="4895461" cy="29174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67596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417" y="223735"/>
            <a:ext cx="7390356" cy="646349"/>
          </a:xfrm>
        </p:spPr>
        <p:txBody>
          <a:bodyPr>
            <a:normAutofit fontScale="90000"/>
          </a:bodyPr>
          <a:lstStyle/>
          <a:p>
            <a:r>
              <a:rPr lang="en-US" dirty="0"/>
              <a:t>Team Representators  - Hostler Squad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4749" y="2898842"/>
            <a:ext cx="3103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5047" y="1473199"/>
            <a:ext cx="4842967" cy="484296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41009" y="1099633"/>
            <a:ext cx="60375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Team Leader : </a:t>
            </a:r>
            <a:r>
              <a:rPr lang="en-US" sz="2800" dirty="0">
                <a:solidFill>
                  <a:srgbClr val="00B050"/>
                </a:solidFill>
              </a:rPr>
              <a:t>Shashi Pratap Singh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598" y="1995032"/>
            <a:ext cx="35573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Team Members :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244" y="2630681"/>
            <a:ext cx="406029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800" dirty="0">
                <a:latin typeface="Aptos Display" panose="020B0004020202020204" pitchFamily="34" charset="0"/>
              </a:rPr>
              <a:t>Rashika Bhardwaj</a:t>
            </a:r>
          </a:p>
          <a:p>
            <a:pPr marL="342900" indent="-342900">
              <a:buAutoNum type="arabicPeriod"/>
            </a:pPr>
            <a:r>
              <a:rPr lang="en-US" sz="2800" dirty="0">
                <a:latin typeface="Aptos Display" panose="020B0004020202020204" pitchFamily="34" charset="0"/>
              </a:rPr>
              <a:t>Rajat Singh</a:t>
            </a:r>
          </a:p>
          <a:p>
            <a:pPr marL="342900" indent="-342900">
              <a:buAutoNum type="arabicPeriod"/>
            </a:pPr>
            <a:r>
              <a:rPr lang="en-US" sz="2800" dirty="0">
                <a:latin typeface="Aptos Display" panose="020B0004020202020204" pitchFamily="34" charset="0"/>
              </a:rPr>
              <a:t>Rahul Kumar Yadav</a:t>
            </a:r>
          </a:p>
          <a:p>
            <a:pPr marL="342900" indent="-342900">
              <a:buAutoNum type="arabicPeriod"/>
            </a:pPr>
            <a:r>
              <a:rPr lang="en-US" sz="2800" dirty="0">
                <a:latin typeface="Aptos Display" panose="020B0004020202020204" pitchFamily="34" charset="0"/>
              </a:rPr>
              <a:t>Manish Yadav</a:t>
            </a:r>
          </a:p>
          <a:p>
            <a:pPr marL="342900" indent="-342900">
              <a:buAutoNum type="arabicPeriod"/>
            </a:pPr>
            <a:r>
              <a:rPr lang="en-US" sz="2800" dirty="0">
                <a:latin typeface="Aptos Display" panose="020B0004020202020204" pitchFamily="34" charset="0"/>
              </a:rPr>
              <a:t>Virendra Kumar</a:t>
            </a:r>
          </a:p>
          <a:p>
            <a:pPr marL="342900" indent="-342900">
              <a:buAutoNum type="arabicPeriod"/>
            </a:pPr>
            <a:r>
              <a:rPr lang="en-US" sz="2800" dirty="0">
                <a:latin typeface="Aptos Display" panose="020B0004020202020204" pitchFamily="34" charset="0"/>
              </a:rPr>
              <a:t>Aarti Kumari </a:t>
            </a:r>
          </a:p>
        </p:txBody>
      </p:sp>
    </p:spTree>
    <p:extLst>
      <p:ext uri="{BB962C8B-B14F-4D97-AF65-F5344CB8AC3E}">
        <p14:creationId xmlns:p14="http://schemas.microsoft.com/office/powerpoint/2010/main" val="735092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5916"/>
            <a:ext cx="12192000" cy="7003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00753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660</TotalTime>
  <Words>389</Words>
  <Application>Microsoft Office PowerPoint</Application>
  <PresentationFormat>Widescreen</PresentationFormat>
  <Paragraphs>72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 Display</vt:lpstr>
      <vt:lpstr>Arial</vt:lpstr>
      <vt:lpstr>Trebuchet MS</vt:lpstr>
      <vt:lpstr>Wingdings 3</vt:lpstr>
      <vt:lpstr>Facet</vt:lpstr>
      <vt:lpstr>PowerPoint Presentation</vt:lpstr>
      <vt:lpstr>Agenda</vt:lpstr>
      <vt:lpstr>Problem Statement</vt:lpstr>
      <vt:lpstr>Website Concept</vt:lpstr>
      <vt:lpstr>Existing Phase: </vt:lpstr>
      <vt:lpstr>Updated Phase:</vt:lpstr>
      <vt:lpstr>Advantages of news websites:  </vt:lpstr>
      <vt:lpstr>User Interface Design</vt:lpstr>
      <vt:lpstr>Team Representators  - Hostler Squad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rashika bhardwaj</cp:lastModifiedBy>
  <cp:revision>50</cp:revision>
  <dcterms:created xsi:type="dcterms:W3CDTF">2024-07-25T16:10:41Z</dcterms:created>
  <dcterms:modified xsi:type="dcterms:W3CDTF">2024-07-27T03:32:26Z</dcterms:modified>
</cp:coreProperties>
</file>